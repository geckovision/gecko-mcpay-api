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40">
          <p15:clr>
            <a:srgbClr val="747775"/>
          </p15:clr>
        </p15:guide>
        <p15:guide id="2" pos="576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40" orient="horz"/>
        <p:guide pos="57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96db7a2870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96db7a287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6db7a2870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96db7a2870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96db7a287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96db7a287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96db7a2870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96db7a2870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96db7a287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96db7a287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6db7a2870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96db7a287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96db7a2870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96db7a2870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96db7a287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96db7a287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96db7a287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96db7a287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623417" y="1489150"/>
            <a:ext cx="17041200" cy="41052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623400" y="5668250"/>
            <a:ext cx="17041200" cy="1585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623400" y="4301700"/>
            <a:ext cx="17041200" cy="1683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6234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9664800" y="2304950"/>
            <a:ext cx="7999800" cy="6832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1pPr>
            <a:lvl2pPr lvl="1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2pPr>
            <a:lvl3pPr lvl="2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3pPr>
            <a:lvl4pPr lvl="3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4pPr>
            <a:lvl5pPr lvl="4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5pPr>
            <a:lvl6pPr lvl="5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6pPr>
            <a:lvl7pPr lvl="6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7pPr>
            <a:lvl8pPr lvl="7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8pPr>
            <a:lvl9pPr lvl="8">
              <a:spcBef>
                <a:spcPts val="0"/>
              </a:spcBef>
              <a:spcAft>
                <a:spcPts val="0"/>
              </a:spcAft>
              <a:buSzPts val="5600"/>
              <a:buNone/>
              <a:defRPr sz="5600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623400" y="1111200"/>
            <a:ext cx="5616000" cy="15114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3400" y="2779200"/>
            <a:ext cx="5616000" cy="63588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indent="-381000" lvl="3" marL="18288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indent="-381000" lvl="4" marL="2286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indent="-381000" lvl="5" marL="27432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indent="-381000" lvl="6" marL="32004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indent="-381000" lvl="7" marL="36576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indent="-381000" lvl="8" marL="41148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980500" y="900300"/>
            <a:ext cx="12735600" cy="81816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9144000" y="-250"/>
            <a:ext cx="9144000" cy="10287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82850" lIns="182850" spcFirstLastPara="1" rIns="182850" wrap="square" tIns="1828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531000" y="2466350"/>
            <a:ext cx="8090400" cy="29646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8400"/>
              <a:buNone/>
              <a:defRPr sz="84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531000" y="5606150"/>
            <a:ext cx="8090400" cy="24702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9879000" y="1448150"/>
            <a:ext cx="7674000" cy="739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457200" lvl="0" marL="457200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623400" y="8461150"/>
            <a:ext cx="11997600" cy="1210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623400" y="2212250"/>
            <a:ext cx="17041200" cy="3927000"/>
          </a:xfrm>
          <a:prstGeom prst="rect">
            <a:avLst/>
          </a:prstGeom>
        </p:spPr>
        <p:txBody>
          <a:bodyPr anchorCtr="0" anchor="b" bIns="182850" lIns="182850" spcFirstLastPara="1" rIns="182850" wrap="square" tIns="1828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24000"/>
              <a:buNone/>
              <a:defRPr sz="24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623400" y="6304450"/>
            <a:ext cx="17041200" cy="2601600"/>
          </a:xfrm>
          <a:prstGeom prst="rect">
            <a:avLst/>
          </a:prstGeom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indent="-406400" lvl="1" marL="9144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2pPr>
            <a:lvl3pPr indent="-406400" lvl="2" marL="13716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3pPr>
            <a:lvl4pPr indent="-406400" lvl="3" marL="18288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4pPr>
            <a:lvl5pPr indent="-406400" lvl="4" marL="22860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5pPr>
            <a:lvl6pPr indent="-406400" lvl="5" marL="27432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6pPr>
            <a:lvl7pPr indent="-406400" lvl="6" marL="3200400" algn="ctr">
              <a:spcBef>
                <a:spcPts val="0"/>
              </a:spcBef>
              <a:spcAft>
                <a:spcPts val="0"/>
              </a:spcAft>
              <a:buSzPts val="2800"/>
              <a:buChar char="●"/>
              <a:defRPr sz="2800"/>
            </a:lvl7pPr>
            <a:lvl8pPr indent="-406400" lvl="7" marL="3657600" algn="ctr">
              <a:spcBef>
                <a:spcPts val="0"/>
              </a:spcBef>
              <a:spcAft>
                <a:spcPts val="0"/>
              </a:spcAft>
              <a:buSzPts val="2800"/>
              <a:buChar char="○"/>
              <a:defRPr sz="2800"/>
            </a:lvl8pPr>
            <a:lvl9pPr indent="-406400" lvl="8" marL="4114800" algn="ctr">
              <a:spcBef>
                <a:spcPts val="0"/>
              </a:spcBef>
              <a:spcAft>
                <a:spcPts val="0"/>
              </a:spcAft>
              <a:buSzPts val="2800"/>
              <a:buChar char="■"/>
              <a:defRPr sz="2800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>
              <a:buNone/>
              <a:defRPr sz="2000"/>
            </a:lvl1pPr>
            <a:lvl2pPr lvl="1">
              <a:buNone/>
              <a:defRPr sz="2000"/>
            </a:lvl2pPr>
            <a:lvl3pPr lvl="2">
              <a:buNone/>
              <a:defRPr sz="2000"/>
            </a:lvl3pPr>
            <a:lvl4pPr lvl="3">
              <a:buNone/>
              <a:defRPr sz="2000"/>
            </a:lvl4pPr>
            <a:lvl5pPr lvl="4">
              <a:buNone/>
              <a:defRPr sz="2000"/>
            </a:lvl5pPr>
            <a:lvl6pPr lvl="5">
              <a:buNone/>
              <a:defRPr sz="2000"/>
            </a:lvl6pPr>
            <a:lvl7pPr lvl="6">
              <a:buNone/>
              <a:defRPr sz="2000"/>
            </a:lvl7pPr>
            <a:lvl8pPr lvl="7">
              <a:buNone/>
              <a:defRPr sz="2000"/>
            </a:lvl8pPr>
            <a:lvl9pPr lvl="8">
              <a:buNone/>
              <a:defRPr sz="20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5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normAutofit/>
          </a:bodyPr>
          <a:lstStyle>
            <a:lvl1pPr indent="-4572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Char char="●"/>
              <a:defRPr sz="3600">
                <a:solidFill>
                  <a:schemeClr val="dk2"/>
                </a:solidFill>
              </a:defRPr>
            </a:lvl1pPr>
            <a:lvl2pPr indent="-406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2pPr>
            <a:lvl3pPr indent="-406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3pPr>
            <a:lvl4pPr indent="-406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4pPr>
            <a:lvl5pPr indent="-406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5pPr>
            <a:lvl6pPr indent="-406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6pPr>
            <a:lvl7pPr indent="-406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●"/>
              <a:defRPr sz="2800">
                <a:solidFill>
                  <a:schemeClr val="dk2"/>
                </a:solidFill>
              </a:defRPr>
            </a:lvl7pPr>
            <a:lvl8pPr indent="-406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○"/>
              <a:defRPr sz="2800">
                <a:solidFill>
                  <a:schemeClr val="dk2"/>
                </a:solidFill>
              </a:defRPr>
            </a:lvl8pPr>
            <a:lvl9pPr indent="-406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Char char="■"/>
              <a:defRPr sz="2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850" lIns="182850" spcFirstLastPara="1" rIns="182850" wrap="square" tIns="182850">
            <a:normAutofit/>
          </a:bodyPr>
          <a:lstStyle>
            <a:lvl1pPr lvl="0" algn="r">
              <a:buNone/>
              <a:defRPr sz="2000">
                <a:solidFill>
                  <a:schemeClr val="dk2"/>
                </a:solidFill>
              </a:defRPr>
            </a:lvl1pPr>
            <a:lvl2pPr lvl="1" algn="r">
              <a:buNone/>
              <a:defRPr sz="2000">
                <a:solidFill>
                  <a:schemeClr val="dk2"/>
                </a:solidFill>
              </a:defRPr>
            </a:lvl2pPr>
            <a:lvl3pPr lvl="2" algn="r">
              <a:buNone/>
              <a:defRPr sz="2000">
                <a:solidFill>
                  <a:schemeClr val="dk2"/>
                </a:solidFill>
              </a:defRPr>
            </a:lvl3pPr>
            <a:lvl4pPr lvl="3" algn="r">
              <a:buNone/>
              <a:defRPr sz="2000">
                <a:solidFill>
                  <a:schemeClr val="dk2"/>
                </a:solidFill>
              </a:defRPr>
            </a:lvl4pPr>
            <a:lvl5pPr lvl="4" algn="r">
              <a:buNone/>
              <a:defRPr sz="2000">
                <a:solidFill>
                  <a:schemeClr val="dk2"/>
                </a:solidFill>
              </a:defRPr>
            </a:lvl5pPr>
            <a:lvl6pPr lvl="5" algn="r">
              <a:buNone/>
              <a:defRPr sz="2000">
                <a:solidFill>
                  <a:schemeClr val="dk2"/>
                </a:solidFill>
              </a:defRPr>
            </a:lvl6pPr>
            <a:lvl7pPr lvl="6" algn="r">
              <a:buNone/>
              <a:defRPr sz="2000">
                <a:solidFill>
                  <a:schemeClr val="dk2"/>
                </a:solidFill>
              </a:defRPr>
            </a:lvl7pPr>
            <a:lvl8pPr lvl="7" algn="r">
              <a:buNone/>
              <a:defRPr sz="2000">
                <a:solidFill>
                  <a:schemeClr val="dk2"/>
                </a:solidFill>
              </a:defRPr>
            </a:lvl8pPr>
            <a:lvl9pPr lvl="8" algn="r">
              <a:buNone/>
              <a:defRPr sz="2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jpg"/><Relationship Id="rId4" Type="http://schemas.openxmlformats.org/officeDocument/2006/relationships/hyperlink" Target="https://geckovision.tech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2">
            <a:hlinkClick r:id="rId4"/>
          </p:cNvPr>
          <p:cNvSpPr txBox="1"/>
          <p:nvPr/>
        </p:nvSpPr>
        <p:spPr>
          <a:xfrm>
            <a:off x="12900700" y="7146225"/>
            <a:ext cx="2469600" cy="5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